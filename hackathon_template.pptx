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57" r:id="rId3"/>
    <p:sldId id="258" r:id="rId4"/>
    <p:sldId id="264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C4C9CE-3E3D-46BA-8D6E-A396FA7B5D22}" v="3" dt="2026-05-02T11:55:18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s Raybhog" userId="7444ce2add3ffe6c" providerId="LiveId" clId="{29C35CBB-CF7C-46A9-89FE-4924126EC6D8}"/>
    <pc:docChg chg="undo custSel addSld delSld modSld sldOrd">
      <pc:chgData name="Shreyas Raybhog" userId="7444ce2add3ffe6c" providerId="LiveId" clId="{29C35CBB-CF7C-46A9-89FE-4924126EC6D8}" dt="2026-05-04T07:44:26.145" v="552" actId="20577"/>
      <pc:docMkLst>
        <pc:docMk/>
      </pc:docMkLst>
      <pc:sldChg chg="addSp delSp modSp del mod">
        <pc:chgData name="Shreyas Raybhog" userId="7444ce2add3ffe6c" providerId="LiveId" clId="{29C35CBB-CF7C-46A9-89FE-4924126EC6D8}" dt="2026-05-04T07:44:18.975" v="551" actId="2696"/>
        <pc:sldMkLst>
          <pc:docMk/>
          <pc:sldMk cId="0" sldId="256"/>
        </pc:sldMkLst>
      </pc:sldChg>
      <pc:sldChg chg="delSp modSp mod ord">
        <pc:chgData name="Shreyas Raybhog" userId="7444ce2add3ffe6c" providerId="LiveId" clId="{29C35CBB-CF7C-46A9-89FE-4924126EC6D8}" dt="2026-05-02T12:12:15.988" v="545" actId="20578"/>
        <pc:sldMkLst>
          <pc:docMk/>
          <pc:sldMk cId="0" sldId="257"/>
        </pc:sldMkLst>
        <pc:spChg chg="mod">
          <ac:chgData name="Shreyas Raybhog" userId="7444ce2add3ffe6c" providerId="LiveId" clId="{29C35CBB-CF7C-46A9-89FE-4924126EC6D8}" dt="2026-05-02T12:01:29.657" v="457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reyas Raybhog" userId="7444ce2add3ffe6c" providerId="LiveId" clId="{29C35CBB-CF7C-46A9-89FE-4924126EC6D8}" dt="2026-05-02T12:00:48.695" v="452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hreyas Raybhog" userId="7444ce2add3ffe6c" providerId="LiveId" clId="{29C35CBB-CF7C-46A9-89FE-4924126EC6D8}" dt="2026-05-02T12:01:26.560" v="456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hreyas Raybhog" userId="7444ce2add3ffe6c" providerId="LiveId" clId="{29C35CBB-CF7C-46A9-89FE-4924126EC6D8}" dt="2026-05-02T12:01:22.161" v="455" actId="20577"/>
          <ac:spMkLst>
            <pc:docMk/>
            <pc:sldMk cId="0" sldId="257"/>
            <ac:spMk id="20" creationId="{00000000-0000-0000-0000-000000000000}"/>
          </ac:spMkLst>
        </pc:spChg>
      </pc:sldChg>
      <pc:sldChg chg="delSp modSp mod">
        <pc:chgData name="Shreyas Raybhog" userId="7444ce2add3ffe6c" providerId="LiveId" clId="{29C35CBB-CF7C-46A9-89FE-4924126EC6D8}" dt="2026-05-02T12:02:22.512" v="462" actId="478"/>
        <pc:sldMkLst>
          <pc:docMk/>
          <pc:sldMk cId="0" sldId="258"/>
        </pc:sldMkLst>
        <pc:spChg chg="mod">
          <ac:chgData name="Shreyas Raybhog" userId="7444ce2add3ffe6c" providerId="LiveId" clId="{29C35CBB-CF7C-46A9-89FE-4924126EC6D8}" dt="2026-05-02T12:02:19.880" v="461" actId="20577"/>
          <ac:spMkLst>
            <pc:docMk/>
            <pc:sldMk cId="0" sldId="258"/>
            <ac:spMk id="16" creationId="{00000000-0000-0000-0000-000000000000}"/>
          </ac:spMkLst>
        </pc:spChg>
      </pc:sldChg>
      <pc:sldChg chg="delSp modSp mod">
        <pc:chgData name="Shreyas Raybhog" userId="7444ce2add3ffe6c" providerId="LiveId" clId="{29C35CBB-CF7C-46A9-89FE-4924126EC6D8}" dt="2026-05-02T12:02:44.915" v="463" actId="478"/>
        <pc:sldMkLst>
          <pc:docMk/>
          <pc:sldMk cId="0" sldId="260"/>
        </pc:sldMkLst>
      </pc:sldChg>
      <pc:sldChg chg="delSp mod">
        <pc:chgData name="Shreyas Raybhog" userId="7444ce2add3ffe6c" providerId="LiveId" clId="{29C35CBB-CF7C-46A9-89FE-4924126EC6D8}" dt="2026-05-02T12:03:01.998" v="466" actId="478"/>
        <pc:sldMkLst>
          <pc:docMk/>
          <pc:sldMk cId="0" sldId="261"/>
        </pc:sldMkLst>
      </pc:sldChg>
      <pc:sldChg chg="delSp modSp mod">
        <pc:chgData name="Shreyas Raybhog" userId="7444ce2add3ffe6c" providerId="LiveId" clId="{29C35CBB-CF7C-46A9-89FE-4924126EC6D8}" dt="2026-05-02T12:03:39.002" v="473" actId="478"/>
        <pc:sldMkLst>
          <pc:docMk/>
          <pc:sldMk cId="0" sldId="262"/>
        </pc:sldMkLst>
        <pc:spChg chg="mod">
          <ac:chgData name="Shreyas Raybhog" userId="7444ce2add3ffe6c" providerId="LiveId" clId="{29C35CBB-CF7C-46A9-89FE-4924126EC6D8}" dt="2026-05-02T12:03:32.683" v="472" actId="20577"/>
          <ac:spMkLst>
            <pc:docMk/>
            <pc:sldMk cId="0" sldId="262"/>
            <ac:spMk id="16" creationId="{00000000-0000-0000-0000-000000000000}"/>
          </ac:spMkLst>
        </pc:spChg>
      </pc:sldChg>
      <pc:sldChg chg="delSp modSp mod">
        <pc:chgData name="Shreyas Raybhog" userId="7444ce2add3ffe6c" providerId="LiveId" clId="{29C35CBB-CF7C-46A9-89FE-4924126EC6D8}" dt="2026-05-02T12:03:50.612" v="475" actId="478"/>
        <pc:sldMkLst>
          <pc:docMk/>
          <pc:sldMk cId="0" sldId="263"/>
        </pc:sldMkLst>
      </pc:sldChg>
      <pc:sldChg chg="addSp delSp modSp add mod">
        <pc:chgData name="Shreyas Raybhog" userId="7444ce2add3ffe6c" providerId="LiveId" clId="{29C35CBB-CF7C-46A9-89FE-4924126EC6D8}" dt="2026-05-02T11:55:12.696" v="447"/>
        <pc:sldMkLst>
          <pc:docMk/>
          <pc:sldMk cId="2906556522" sldId="264"/>
        </pc:sldMkLst>
        <pc:spChg chg="add del mod">
          <ac:chgData name="Shreyas Raybhog" userId="7444ce2add3ffe6c" providerId="LiveId" clId="{29C35CBB-CF7C-46A9-89FE-4924126EC6D8}" dt="2026-05-02T11:54:24.064" v="446" actId="1076"/>
          <ac:spMkLst>
            <pc:docMk/>
            <pc:sldMk cId="2906556522" sldId="264"/>
            <ac:spMk id="2" creationId="{8D61F510-36EA-F8D5-EAA0-DADC541078F0}"/>
          </ac:spMkLst>
        </pc:spChg>
        <pc:spChg chg="mod">
          <ac:chgData name="Shreyas Raybhog" userId="7444ce2add3ffe6c" providerId="LiveId" clId="{29C35CBB-CF7C-46A9-89FE-4924126EC6D8}" dt="2026-05-02T11:48:11.686" v="337"/>
          <ac:spMkLst>
            <pc:docMk/>
            <pc:sldMk cId="2906556522" sldId="264"/>
            <ac:spMk id="10" creationId="{17C4F107-285A-D53E-6ABB-D53C228DECD8}"/>
          </ac:spMkLst>
        </pc:spChg>
        <pc:spChg chg="mod">
          <ac:chgData name="Shreyas Raybhog" userId="7444ce2add3ffe6c" providerId="LiveId" clId="{29C35CBB-CF7C-46A9-89FE-4924126EC6D8}" dt="2026-05-02T11:50:44.603" v="411" actId="20577"/>
          <ac:spMkLst>
            <pc:docMk/>
            <pc:sldMk cId="2906556522" sldId="264"/>
            <ac:spMk id="13" creationId="{9B6780C3-4E09-2966-4BCA-B97B497D03DE}"/>
          </ac:spMkLst>
        </pc:spChg>
        <pc:spChg chg="mod">
          <ac:chgData name="Shreyas Raybhog" userId="7444ce2add3ffe6c" providerId="LiveId" clId="{29C35CBB-CF7C-46A9-89FE-4924126EC6D8}" dt="2026-05-02T11:48:55.031" v="341" actId="20577"/>
          <ac:spMkLst>
            <pc:docMk/>
            <pc:sldMk cId="2906556522" sldId="264"/>
            <ac:spMk id="16" creationId="{58F2664C-8FB1-2B72-B127-B6B25D958FD1}"/>
          </ac:spMkLst>
        </pc:spChg>
        <pc:spChg chg="mod">
          <ac:chgData name="Shreyas Raybhog" userId="7444ce2add3ffe6c" providerId="LiveId" clId="{29C35CBB-CF7C-46A9-89FE-4924126EC6D8}" dt="2026-05-02T11:49:28.232" v="352" actId="20577"/>
          <ac:spMkLst>
            <pc:docMk/>
            <pc:sldMk cId="2906556522" sldId="264"/>
            <ac:spMk id="19" creationId="{B49938F9-021E-EDF8-5641-B81CD8DC2C90}"/>
          </ac:spMkLst>
        </pc:spChg>
        <pc:spChg chg="mod">
          <ac:chgData name="Shreyas Raybhog" userId="7444ce2add3ffe6c" providerId="LiveId" clId="{29C35CBB-CF7C-46A9-89FE-4924126EC6D8}" dt="2026-05-02T11:49:15.204" v="348" actId="20577"/>
          <ac:spMkLst>
            <pc:docMk/>
            <pc:sldMk cId="2906556522" sldId="264"/>
            <ac:spMk id="20" creationId="{A617EA10-9AA7-0134-17CC-DAAC6A479020}"/>
          </ac:spMkLst>
        </pc:spChg>
        <pc:spChg chg="mod">
          <ac:chgData name="Shreyas Raybhog" userId="7444ce2add3ffe6c" providerId="LiveId" clId="{29C35CBB-CF7C-46A9-89FE-4924126EC6D8}" dt="2026-05-02T11:49:22.221" v="350" actId="20577"/>
          <ac:spMkLst>
            <pc:docMk/>
            <pc:sldMk cId="2906556522" sldId="264"/>
            <ac:spMk id="22" creationId="{45828053-B598-4772-15F9-9CF8CC62286F}"/>
          </ac:spMkLst>
        </pc:spChg>
        <pc:spChg chg="mod">
          <ac:chgData name="Shreyas Raybhog" userId="7444ce2add3ffe6c" providerId="LiveId" clId="{29C35CBB-CF7C-46A9-89FE-4924126EC6D8}" dt="2026-05-02T11:49:38.243" v="355" actId="20577"/>
          <ac:spMkLst>
            <pc:docMk/>
            <pc:sldMk cId="2906556522" sldId="264"/>
            <ac:spMk id="25" creationId="{EE099EDD-9BAF-F9A6-E86C-2D4A94186A88}"/>
          </ac:spMkLst>
        </pc:spChg>
        <pc:spChg chg="mod">
          <ac:chgData name="Shreyas Raybhog" userId="7444ce2add3ffe6c" providerId="LiveId" clId="{29C35CBB-CF7C-46A9-89FE-4924126EC6D8}" dt="2026-05-02T11:50:50.635" v="412" actId="20577"/>
          <ac:spMkLst>
            <pc:docMk/>
            <pc:sldMk cId="2906556522" sldId="264"/>
            <ac:spMk id="26" creationId="{3FD080CC-9396-C3D7-A719-FE1DE6A68D5E}"/>
          </ac:spMkLst>
        </pc:spChg>
        <pc:spChg chg="mod">
          <ac:chgData name="Shreyas Raybhog" userId="7444ce2add3ffe6c" providerId="LiveId" clId="{29C35CBB-CF7C-46A9-89FE-4924126EC6D8}" dt="2026-05-02T11:51:21.530" v="427" actId="20577"/>
          <ac:spMkLst>
            <pc:docMk/>
            <pc:sldMk cId="2906556522" sldId="264"/>
            <ac:spMk id="28" creationId="{F14192EE-0074-EE1F-CE6C-3EFA3F137E20}"/>
          </ac:spMkLst>
        </pc:spChg>
        <pc:spChg chg="mod">
          <ac:chgData name="Shreyas Raybhog" userId="7444ce2add3ffe6c" providerId="LiveId" clId="{29C35CBB-CF7C-46A9-89FE-4924126EC6D8}" dt="2026-05-02T11:50:54.770" v="414" actId="20577"/>
          <ac:spMkLst>
            <pc:docMk/>
            <pc:sldMk cId="2906556522" sldId="264"/>
            <ac:spMk id="31" creationId="{6F2E15ED-5363-3AF4-7E4D-95D5F50A943A}"/>
          </ac:spMkLst>
        </pc:spChg>
        <pc:spChg chg="mod">
          <ac:chgData name="Shreyas Raybhog" userId="7444ce2add3ffe6c" providerId="LiveId" clId="{29C35CBB-CF7C-46A9-89FE-4924126EC6D8}" dt="2026-05-02T11:50:56.309" v="415" actId="20577"/>
          <ac:spMkLst>
            <pc:docMk/>
            <pc:sldMk cId="2906556522" sldId="264"/>
            <ac:spMk id="32" creationId="{3606598D-EDA6-C07F-F5F0-D742949C1CA7}"/>
          </ac:spMkLst>
        </pc:spChg>
        <pc:spChg chg="mod">
          <ac:chgData name="Shreyas Raybhog" userId="7444ce2add3ffe6c" providerId="LiveId" clId="{29C35CBB-CF7C-46A9-89FE-4924126EC6D8}" dt="2026-05-02T11:51:01.022" v="418" actId="20577"/>
          <ac:spMkLst>
            <pc:docMk/>
            <pc:sldMk cId="2906556522" sldId="264"/>
            <ac:spMk id="34" creationId="{8BD97576-99B0-8827-C0EF-B4174EAFE8E5}"/>
          </ac:spMkLst>
        </pc:spChg>
        <pc:spChg chg="mod">
          <ac:chgData name="Shreyas Raybhog" userId="7444ce2add3ffe6c" providerId="LiveId" clId="{29C35CBB-CF7C-46A9-89FE-4924126EC6D8}" dt="2026-05-02T11:51:54.829" v="444" actId="20577"/>
          <ac:spMkLst>
            <pc:docMk/>
            <pc:sldMk cId="2906556522" sldId="264"/>
            <ac:spMk id="37" creationId="{04BB6149-0AC2-D71E-47C9-C5BC1109B17A}"/>
          </ac:spMkLst>
        </pc:spChg>
        <pc:spChg chg="mod">
          <ac:chgData name="Shreyas Raybhog" userId="7444ce2add3ffe6c" providerId="LiveId" clId="{29C35CBB-CF7C-46A9-89FE-4924126EC6D8}" dt="2026-05-02T11:51:52.179" v="443" actId="20577"/>
          <ac:spMkLst>
            <pc:docMk/>
            <pc:sldMk cId="2906556522" sldId="264"/>
            <ac:spMk id="38" creationId="{184A83A0-5339-4EF7-3C7C-6F48B1E37655}"/>
          </ac:spMkLst>
        </pc:spChg>
        <pc:spChg chg="mod">
          <ac:chgData name="Shreyas Raybhog" userId="7444ce2add3ffe6c" providerId="LiveId" clId="{29C35CBB-CF7C-46A9-89FE-4924126EC6D8}" dt="2026-05-02T11:51:24.734" v="428" actId="20577"/>
          <ac:spMkLst>
            <pc:docMk/>
            <pc:sldMk cId="2906556522" sldId="264"/>
            <ac:spMk id="40" creationId="{F8A14794-82E8-005D-7E83-B164E5AD7C58}"/>
          </ac:spMkLst>
        </pc:spChg>
        <pc:spChg chg="mod">
          <ac:chgData name="Shreyas Raybhog" userId="7444ce2add3ffe6c" providerId="LiveId" clId="{29C35CBB-CF7C-46A9-89FE-4924126EC6D8}" dt="2026-05-02T11:50:08.462" v="362" actId="20577"/>
          <ac:spMkLst>
            <pc:docMk/>
            <pc:sldMk cId="2906556522" sldId="264"/>
            <ac:spMk id="43" creationId="{B57785F4-99CF-51C5-B5B0-6A71CA8AA0B5}"/>
          </ac:spMkLst>
        </pc:spChg>
        <pc:spChg chg="mod">
          <ac:chgData name="Shreyas Raybhog" userId="7444ce2add3ffe6c" providerId="LiveId" clId="{29C35CBB-CF7C-46A9-89FE-4924126EC6D8}" dt="2026-05-02T11:50:06.863" v="361" actId="20577"/>
          <ac:spMkLst>
            <pc:docMk/>
            <pc:sldMk cId="2906556522" sldId="264"/>
            <ac:spMk id="44" creationId="{16329FA1-EA56-EFEC-F065-A0F4AC4B89B8}"/>
          </ac:spMkLst>
        </pc:spChg>
        <pc:spChg chg="mod">
          <ac:chgData name="Shreyas Raybhog" userId="7444ce2add3ffe6c" providerId="LiveId" clId="{29C35CBB-CF7C-46A9-89FE-4924126EC6D8}" dt="2026-05-02T11:50:15.942" v="373" actId="20577"/>
          <ac:spMkLst>
            <pc:docMk/>
            <pc:sldMk cId="2906556522" sldId="264"/>
            <ac:spMk id="46" creationId="{D04D95DE-DBA5-F407-006C-C20C67A27F41}"/>
          </ac:spMkLst>
        </pc:spChg>
      </pc:sldChg>
      <pc:sldChg chg="modSp add mod ord">
        <pc:chgData name="Shreyas Raybhog" userId="7444ce2add3ffe6c" providerId="LiveId" clId="{29C35CBB-CF7C-46A9-89FE-4924126EC6D8}" dt="2026-05-04T07:44:26.145" v="552" actId="20577"/>
        <pc:sldMkLst>
          <pc:docMk/>
          <pc:sldMk cId="326181106" sldId="265"/>
        </pc:sldMkLst>
        <pc:spChg chg="mod">
          <ac:chgData name="Shreyas Raybhog" userId="7444ce2add3ffe6c" providerId="LiveId" clId="{29C35CBB-CF7C-46A9-89FE-4924126EC6D8}" dt="2026-05-04T07:44:26.145" v="552" actId="20577"/>
          <ac:spMkLst>
            <pc:docMk/>
            <pc:sldMk cId="326181106" sldId="265"/>
            <ac:spMk id="10" creationId="{0372A382-9652-1D2E-477A-F58EA1AA97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781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221C3-4398-49E2-2774-EC1410C0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5F4A8-BD53-C607-0210-6A70B19F6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D9A8E-8472-38C2-D87B-6957D4189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E6DB9-4ECA-6747-ABE2-69B4EB6F5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81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AFBD3-0B16-8CF2-1E4F-09EBD729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A63AF-56B0-2EC5-6479-602E2E609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FF859-274A-0905-5AC1-AF97B7394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DCDBE-4ACA-44DB-0239-46D2FC902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7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BA349B-ED1E-1817-8F90-16360A27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3B4D93-5CCD-F71E-ECDE-BB02E9845203}"/>
              </a:ext>
            </a:extLst>
          </p:cNvPr>
          <p:cNvSpPr/>
          <p:nvPr/>
        </p:nvSpPr>
        <p:spPr>
          <a:xfrm>
            <a:off x="0" y="708660"/>
            <a:ext cx="9144000" cy="40645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C15F1E5-A51D-249C-A8C2-74C4FDB8820B}"/>
              </a:ext>
            </a:extLst>
          </p:cNvPr>
          <p:cNvSpPr/>
          <p:nvPr/>
        </p:nvSpPr>
        <p:spPr>
          <a:xfrm>
            <a:off x="8412480" y="708660"/>
            <a:ext cx="731520" cy="4064508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CD6BD3-3E91-575A-6777-451BDB1F100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27D40D1-19F6-222F-063D-70269D355820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F1082DD-747E-D3D4-C635-8E73E07B7F10}"/>
              </a:ext>
            </a:extLst>
          </p:cNvPr>
          <p:cNvSpPr/>
          <p:nvPr/>
        </p:nvSpPr>
        <p:spPr>
          <a:xfrm>
            <a:off x="164592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B59369-61C9-1F4D-7A12-7448F6E251FC}"/>
              </a:ext>
            </a:extLst>
          </p:cNvPr>
          <p:cNvSpPr/>
          <p:nvPr/>
        </p:nvSpPr>
        <p:spPr>
          <a:xfrm>
            <a:off x="164592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LOGO</a:t>
            </a:r>
            <a:endParaRPr lang="en-US" sz="7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11EDF20-FA42-8099-8044-FC485F2629FA}"/>
              </a:ext>
            </a:extLst>
          </p:cNvPr>
          <p:cNvSpPr/>
          <p:nvPr/>
        </p:nvSpPr>
        <p:spPr>
          <a:xfrm>
            <a:off x="7836408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E856919-B7BA-AA94-9235-A7FA292A369B}"/>
              </a:ext>
            </a:extLst>
          </p:cNvPr>
          <p:cNvSpPr/>
          <p:nvPr/>
        </p:nvSpPr>
        <p:spPr>
          <a:xfrm>
            <a:off x="7836408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LOGO</a:t>
            </a:r>
            <a:endParaRPr lang="en-US" sz="7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372A382-9652-1D2E-477A-F58EA1AA9788}"/>
              </a:ext>
            </a:extLst>
          </p:cNvPr>
          <p:cNvSpPr/>
          <p:nvPr/>
        </p:nvSpPr>
        <p:spPr>
          <a:xfrm>
            <a:off x="1444752" y="82296"/>
            <a:ext cx="6254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0C3278D-1ABF-7450-753D-A2F6CE2C3493}"/>
              </a:ext>
            </a:extLst>
          </p:cNvPr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E4F8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7BE9C1F-459F-51E0-A7E6-8339ED9EA20F}"/>
              </a:ext>
            </a:extLst>
          </p:cNvPr>
          <p:cNvSpPr/>
          <p:nvPr/>
        </p:nvSpPr>
        <p:spPr>
          <a:xfrm>
            <a:off x="0" y="47731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3008900-1B32-A7E5-AEFC-94642D947C4B}"/>
              </a:ext>
            </a:extLst>
          </p:cNvPr>
          <p:cNvSpPr/>
          <p:nvPr/>
        </p:nvSpPr>
        <p:spPr>
          <a:xfrm>
            <a:off x="2743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A5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 |  Hackathon 2025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F592F15-2D3D-5CA6-9025-009E550753D4}"/>
              </a:ext>
            </a:extLst>
          </p:cNvPr>
          <p:cNvSpPr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402E143-5190-B281-B377-341E96C96D26}"/>
              </a:ext>
            </a:extLst>
          </p:cNvPr>
          <p:cNvSpPr/>
          <p:nvPr/>
        </p:nvSpPr>
        <p:spPr>
          <a:xfrm>
            <a:off x="502920" y="822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2F51B16-4EFE-AF78-25C8-F0EA484E8379}"/>
              </a:ext>
            </a:extLst>
          </p:cNvPr>
          <p:cNvSpPr/>
          <p:nvPr/>
        </p:nvSpPr>
        <p:spPr>
          <a:xfrm>
            <a:off x="32004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5766B1E-0EC2-0DC7-DA1B-189189309904}"/>
              </a:ext>
            </a:extLst>
          </p:cNvPr>
          <p:cNvSpPr/>
          <p:nvPr/>
        </p:nvSpPr>
        <p:spPr>
          <a:xfrm>
            <a:off x="320040" y="2514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2618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8660"/>
            <a:ext cx="9144000" cy="40645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8412480" y="708660"/>
            <a:ext cx="731520" cy="4064508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LOGO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836408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36408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LOGO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44752" y="82296"/>
            <a:ext cx="6254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E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731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A5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 |  Hackathon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822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320040" y="2514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8660"/>
            <a:ext cx="9144000" cy="40645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708660"/>
            <a:ext cx="731520" cy="4064508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LOGO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836408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36408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LOGO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44752" y="82296"/>
            <a:ext cx="6254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GAPS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E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731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A5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Gaps  |  Hackathon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822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B6EEF-F832-B035-5406-759A8B16B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61F510-36EA-F8D5-EAA0-DADC541078F0}"/>
              </a:ext>
            </a:extLst>
          </p:cNvPr>
          <p:cNvSpPr/>
          <p:nvPr/>
        </p:nvSpPr>
        <p:spPr>
          <a:xfrm>
            <a:off x="0" y="708660"/>
            <a:ext cx="9144000" cy="40645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5DE623-BFEC-217D-BA55-23DF307D0C04}"/>
              </a:ext>
            </a:extLst>
          </p:cNvPr>
          <p:cNvSpPr/>
          <p:nvPr/>
        </p:nvSpPr>
        <p:spPr>
          <a:xfrm>
            <a:off x="8412480" y="708660"/>
            <a:ext cx="731520" cy="4064508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CB78FBB-8AE2-4E59-673C-2AA379E54111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1CF4CDE-4F84-5F41-D999-5C521A32F001}"/>
              </a:ext>
            </a:extLst>
          </p:cNvPr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1C81CF-C56A-F0E0-88A1-6996141BA40B}"/>
              </a:ext>
            </a:extLst>
          </p:cNvPr>
          <p:cNvSpPr/>
          <p:nvPr/>
        </p:nvSpPr>
        <p:spPr>
          <a:xfrm>
            <a:off x="164592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9AA142-3042-C3A8-9603-C5BBB8917078}"/>
              </a:ext>
            </a:extLst>
          </p:cNvPr>
          <p:cNvSpPr/>
          <p:nvPr/>
        </p:nvSpPr>
        <p:spPr>
          <a:xfrm>
            <a:off x="164592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LOGO</a:t>
            </a:r>
            <a:endParaRPr lang="en-US" sz="7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87CE4A4-8E54-54A5-E69B-A047DB5EDA44}"/>
              </a:ext>
            </a:extLst>
          </p:cNvPr>
          <p:cNvSpPr/>
          <p:nvPr/>
        </p:nvSpPr>
        <p:spPr>
          <a:xfrm>
            <a:off x="7836408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FAD03F-9587-A436-CC4B-3DB0D121EE85}"/>
              </a:ext>
            </a:extLst>
          </p:cNvPr>
          <p:cNvSpPr/>
          <p:nvPr/>
        </p:nvSpPr>
        <p:spPr>
          <a:xfrm>
            <a:off x="7836408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LOGO</a:t>
            </a:r>
            <a:endParaRPr lang="en-US" sz="7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7C4F107-285A-D53E-6ABB-D53C228DECD8}"/>
              </a:ext>
            </a:extLst>
          </p:cNvPr>
          <p:cNvSpPr/>
          <p:nvPr/>
        </p:nvSpPr>
        <p:spPr>
          <a:xfrm>
            <a:off x="1444752" y="82296"/>
            <a:ext cx="6254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FD2E67D-5AF0-278F-3BC7-244EA60A8531}"/>
              </a:ext>
            </a:extLst>
          </p:cNvPr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E4F8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16464BC-A1CA-5504-C1B0-439604B41353}"/>
              </a:ext>
            </a:extLst>
          </p:cNvPr>
          <p:cNvSpPr/>
          <p:nvPr/>
        </p:nvSpPr>
        <p:spPr>
          <a:xfrm>
            <a:off x="0" y="47731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B6780C3-4E09-2966-4BCA-B97B497D03DE}"/>
              </a:ext>
            </a:extLst>
          </p:cNvPr>
          <p:cNvSpPr/>
          <p:nvPr/>
        </p:nvSpPr>
        <p:spPr>
          <a:xfrm>
            <a:off x="2743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A5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 |  Mini Hackathon 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CB17228-1B44-76F8-DB77-0E54DC463874}"/>
              </a:ext>
            </a:extLst>
          </p:cNvPr>
          <p:cNvSpPr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8F2664C-8FB1-2B72-B127-B6B25D958FD1}"/>
              </a:ext>
            </a:extLst>
          </p:cNvPr>
          <p:cNvSpPr/>
          <p:nvPr/>
        </p:nvSpPr>
        <p:spPr>
          <a:xfrm>
            <a:off x="502920" y="822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49938F9-021E-EDF8-5641-B81CD8DC2C90}"/>
              </a:ext>
            </a:extLst>
          </p:cNvPr>
          <p:cNvSpPr/>
          <p:nvPr/>
        </p:nvSpPr>
        <p:spPr>
          <a:xfrm>
            <a:off x="402336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617EA10-9AA7-0134-17CC-DAAC6A479020}"/>
              </a:ext>
            </a:extLst>
          </p:cNvPr>
          <p:cNvSpPr/>
          <p:nvPr/>
        </p:nvSpPr>
        <p:spPr>
          <a:xfrm>
            <a:off x="914400" y="1463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5828053-B598-4772-15F9-9CF8CC62286F}"/>
              </a:ext>
            </a:extLst>
          </p:cNvPr>
          <p:cNvSpPr/>
          <p:nvPr/>
        </p:nvSpPr>
        <p:spPr>
          <a:xfrm>
            <a:off x="402336" y="1975104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E099EDD-9BAF-F9A6-E86C-2D4A94186A88}"/>
              </a:ext>
            </a:extLst>
          </p:cNvPr>
          <p:cNvSpPr/>
          <p:nvPr/>
        </p:nvSpPr>
        <p:spPr>
          <a:xfrm>
            <a:off x="320040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FD080CC-9396-C3D7-A719-FE1DE6A68D5E}"/>
              </a:ext>
            </a:extLst>
          </p:cNvPr>
          <p:cNvSpPr/>
          <p:nvPr/>
        </p:nvSpPr>
        <p:spPr>
          <a:xfrm>
            <a:off x="3712464" y="1463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14192EE-0074-EE1F-CE6C-3EFA3F137E20}"/>
              </a:ext>
            </a:extLst>
          </p:cNvPr>
          <p:cNvSpPr/>
          <p:nvPr/>
        </p:nvSpPr>
        <p:spPr>
          <a:xfrm>
            <a:off x="3086100" y="2032804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F2E15ED-5363-3AF4-7E4D-95D5F50A943A}"/>
              </a:ext>
            </a:extLst>
          </p:cNvPr>
          <p:cNvSpPr/>
          <p:nvPr/>
        </p:nvSpPr>
        <p:spPr>
          <a:xfrm>
            <a:off x="5998464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606598D-EDA6-C07F-F5F0-D742949C1CA7}"/>
              </a:ext>
            </a:extLst>
          </p:cNvPr>
          <p:cNvSpPr/>
          <p:nvPr/>
        </p:nvSpPr>
        <p:spPr>
          <a:xfrm>
            <a:off x="6510528" y="146304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BD97576-99B0-8827-C0EF-B4174EAFE8E5}"/>
              </a:ext>
            </a:extLst>
          </p:cNvPr>
          <p:cNvSpPr/>
          <p:nvPr/>
        </p:nvSpPr>
        <p:spPr>
          <a:xfrm>
            <a:off x="5998464" y="1975104"/>
            <a:ext cx="2688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4BB6149-0AC2-D71E-47C9-C5BC1109B17A}"/>
              </a:ext>
            </a:extLst>
          </p:cNvPr>
          <p:cNvSpPr/>
          <p:nvPr/>
        </p:nvSpPr>
        <p:spPr>
          <a:xfrm>
            <a:off x="402336" y="28712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84A83A0-5339-4EF7-3C7C-6F48B1E37655}"/>
              </a:ext>
            </a:extLst>
          </p:cNvPr>
          <p:cNvSpPr/>
          <p:nvPr/>
        </p:nvSpPr>
        <p:spPr>
          <a:xfrm>
            <a:off x="914400" y="28712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8A14794-82E8-005D-7E83-B164E5AD7C58}"/>
              </a:ext>
            </a:extLst>
          </p:cNvPr>
          <p:cNvSpPr/>
          <p:nvPr/>
        </p:nvSpPr>
        <p:spPr>
          <a:xfrm>
            <a:off x="402336" y="3383280"/>
            <a:ext cx="3849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57785F4-99CF-51C5-B5B0-6A71CA8AA0B5}"/>
              </a:ext>
            </a:extLst>
          </p:cNvPr>
          <p:cNvSpPr/>
          <p:nvPr/>
        </p:nvSpPr>
        <p:spPr>
          <a:xfrm>
            <a:off x="4663440" y="28712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6329FA1-EA56-EFEC-F065-A0F4AC4B89B8}"/>
              </a:ext>
            </a:extLst>
          </p:cNvPr>
          <p:cNvSpPr/>
          <p:nvPr/>
        </p:nvSpPr>
        <p:spPr>
          <a:xfrm>
            <a:off x="5175504" y="287121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04D95DE-DBA5-F407-006C-C20C67A27F41}"/>
              </a:ext>
            </a:extLst>
          </p:cNvPr>
          <p:cNvSpPr/>
          <p:nvPr/>
        </p:nvSpPr>
        <p:spPr>
          <a:xfrm>
            <a:off x="4663440" y="3383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06556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8660"/>
            <a:ext cx="9144000" cy="40645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708660"/>
            <a:ext cx="731520" cy="4064508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LOGO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836408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36408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LOGO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44752" y="82296"/>
            <a:ext cx="6254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DEMO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E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731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A5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Demo  |  Hackathon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8660"/>
            <a:ext cx="9144000" cy="40645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708660"/>
            <a:ext cx="731520" cy="4064508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LOGO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836408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36408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LOGO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44752" y="82296"/>
            <a:ext cx="6254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E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731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A5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  |  Hackathon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8660"/>
            <a:ext cx="9144000" cy="40645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708660"/>
            <a:ext cx="731520" cy="4064508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LOGO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836408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36408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LOGO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44752" y="82296"/>
            <a:ext cx="6254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SCALABILITY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E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731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A5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 |  Hackathon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822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8660"/>
            <a:ext cx="9144000" cy="40645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708660"/>
            <a:ext cx="731520" cy="4064508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CLUB LOGO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836408" y="82296"/>
            <a:ext cx="1143000" cy="484632"/>
          </a:xfrm>
          <a:prstGeom prst="roundRect">
            <a:avLst>
              <a:gd name="adj" fmla="val 9434"/>
            </a:avLst>
          </a:prstGeom>
          <a:solidFill>
            <a:srgbClr val="FFFFFF">
              <a:alpha val="15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36408" y="82296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LOGO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44752" y="82296"/>
            <a:ext cx="6254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 &amp; TEAM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E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73168"/>
            <a:ext cx="91440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A55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 &amp; Team  |  Hackathon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106</Words>
  <Application>Microsoft Office PowerPoint</Application>
  <PresentationFormat>On-screen Show (16:9)</PresentationFormat>
  <Paragraphs>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Project Presentation</dc:title>
  <dc:subject>PptxGenJS Presentation</dc:subject>
  <dc:creator>Team</dc:creator>
  <cp:lastModifiedBy>Shreyas Raybhog</cp:lastModifiedBy>
  <cp:revision>1</cp:revision>
  <dcterms:created xsi:type="dcterms:W3CDTF">2026-04-26T15:54:53Z</dcterms:created>
  <dcterms:modified xsi:type="dcterms:W3CDTF">2026-05-04T07:44:27Z</dcterms:modified>
</cp:coreProperties>
</file>